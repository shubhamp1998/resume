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159C81-6D67-4B2D-86BB-69844873747B}" v="1" dt="2022-06-21T08:27:24.06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300" y="-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l, Shubham" userId="a48c18f5-85da-4cd1-97ee-d1212cb42243" providerId="ADAL" clId="{0B159C81-6D67-4B2D-86BB-69844873747B}"/>
    <pc:docChg chg="modSld">
      <pc:chgData name="Pol, Shubham" userId="a48c18f5-85da-4cd1-97ee-d1212cb42243" providerId="ADAL" clId="{0B159C81-6D67-4B2D-86BB-69844873747B}" dt="2022-06-21T08:27:15.448" v="9" actId="20577"/>
      <pc:docMkLst>
        <pc:docMk/>
      </pc:docMkLst>
      <pc:sldChg chg="modSp mod">
        <pc:chgData name="Pol, Shubham" userId="a48c18f5-85da-4cd1-97ee-d1212cb42243" providerId="ADAL" clId="{0B159C81-6D67-4B2D-86BB-69844873747B}" dt="2022-06-21T08:27:15.448" v="9" actId="20577"/>
        <pc:sldMkLst>
          <pc:docMk/>
          <pc:sldMk cId="0" sldId="256"/>
        </pc:sldMkLst>
        <pc:spChg chg="mod">
          <ac:chgData name="Pol, Shubham" userId="a48c18f5-85da-4cd1-97ee-d1212cb42243" providerId="ADAL" clId="{0B159C81-6D67-4B2D-86BB-69844873747B}" dt="2022-06-21T08:25:20.127" v="1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Pol, Shubham" userId="a48c18f5-85da-4cd1-97ee-d1212cb42243" providerId="ADAL" clId="{0B159C81-6D67-4B2D-86BB-69844873747B}" dt="2022-06-21T08:25:28.687" v="3" actId="1036"/>
          <ac:spMkLst>
            <pc:docMk/>
            <pc:sldMk cId="0" sldId="256"/>
            <ac:spMk id="12" creationId="{00000000-0000-0000-0000-000000000000}"/>
          </ac:spMkLst>
        </pc:spChg>
        <pc:graphicFrameChg chg="modGraphic">
          <ac:chgData name="Pol, Shubham" userId="a48c18f5-85da-4cd1-97ee-d1212cb42243" providerId="ADAL" clId="{0B159C81-6D67-4B2D-86BB-69844873747B}" dt="2022-06-21T08:27:15.448" v="9" actId="20577"/>
          <ac:graphicFrameMkLst>
            <pc:docMk/>
            <pc:sldMk cId="0" sldId="256"/>
            <ac:graphicFrameMk id="51" creationId="{2BD61D66-EFA3-48C1-AA76-E337D8E7A1A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792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7873" y="323799"/>
            <a:ext cx="7096252" cy="34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SIT-KUMAR.DAS@CAPGEMINI.COM" TargetMode="External"/><Relationship Id="rId7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5104" y="2539110"/>
            <a:ext cx="864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Strengths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5144" y="2621910"/>
            <a:ext cx="18514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" dirty="0">
                <a:solidFill>
                  <a:srgbClr val="006FAC"/>
                </a:solidFill>
                <a:latin typeface="Verdana"/>
                <a:cs typeface="Verdana"/>
              </a:rPr>
              <a:t>Spring Project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0526" y="1533499"/>
            <a:ext cx="85788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100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Email ID: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Mobile</a:t>
            </a:r>
            <a:r>
              <a:rPr sz="1100" b="1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No: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6622" y="2056841"/>
            <a:ext cx="55054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Grade: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0" y="2282952"/>
            <a:ext cx="611098" cy="6126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91000" y="3055715"/>
            <a:ext cx="4879466" cy="1211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3400"/>
              </a:lnSpc>
              <a:spcBef>
                <a:spcPts val="1025"/>
              </a:spcBef>
            </a:pPr>
            <a:r>
              <a:rPr lang="en-IN" sz="1200" b="1" dirty="0">
                <a:latin typeface="Arial MT"/>
                <a:cs typeface="Arial MT"/>
              </a:rPr>
              <a:t>Cricket Event Management System</a:t>
            </a:r>
          </a:p>
          <a:p>
            <a:pPr marL="12700" marR="5080" algn="just">
              <a:lnSpc>
                <a:spcPct val="103400"/>
              </a:lnSpc>
              <a:spcBef>
                <a:spcPts val="1025"/>
              </a:spcBef>
            </a:pPr>
            <a:r>
              <a:rPr lang="en-IN" sz="1400" b="0" i="0" dirty="0">
                <a:solidFill>
                  <a:srgbClr val="4B4F58"/>
                </a:solidFill>
                <a:effectLst/>
              </a:rPr>
              <a:t>Cricket Management System is develop to automate all the activities of CRUD operation for Venue, Referee</a:t>
            </a:r>
            <a:r>
              <a:rPr lang="en-IN" sz="1400" dirty="0">
                <a:solidFill>
                  <a:srgbClr val="4B4F58"/>
                </a:solidFill>
              </a:rPr>
              <a:t>, </a:t>
            </a:r>
            <a:r>
              <a:rPr lang="en-IN" sz="1400" b="0" i="0" dirty="0">
                <a:solidFill>
                  <a:srgbClr val="4B4F58"/>
                </a:solidFill>
                <a:effectLst/>
              </a:rPr>
              <a:t>coaches, managers through an application. Here, we can create a system where we can manage all the information in a single place</a:t>
            </a:r>
            <a:r>
              <a:rPr sz="1400" spc="-5" dirty="0">
                <a:cs typeface="Arial MT"/>
              </a:rPr>
              <a:t>.</a:t>
            </a:r>
            <a:endParaRPr sz="1400" dirty="0"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47873" y="323799"/>
            <a:ext cx="2134998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Shubham S. Pol</a:t>
            </a:r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2392426" y="735838"/>
            <a:ext cx="2621534" cy="814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105"/>
              </a:spcBef>
            </a:pPr>
            <a:r>
              <a:rPr lang="en-IN" sz="1400" spc="-5" dirty="0">
                <a:solidFill>
                  <a:srgbClr val="FFFFFF"/>
                </a:solidFill>
                <a:latin typeface="Arial MT"/>
                <a:cs typeface="Arial MT"/>
              </a:rPr>
              <a:t>Analyst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/Software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Engineer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 dirty="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Base</a:t>
            </a:r>
            <a:r>
              <a:rPr sz="1100" b="1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Location:</a:t>
            </a:r>
            <a:r>
              <a:rPr sz="1100" b="1" spc="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aseline="7575" dirty="0">
                <a:solidFill>
                  <a:srgbClr val="FFFFFF"/>
                </a:solidFill>
                <a:latin typeface="Arial MT"/>
                <a:cs typeface="Arial MT"/>
              </a:rPr>
              <a:t>Mumbai</a:t>
            </a:r>
            <a:endParaRPr sz="1650" baseline="7575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2734" y="1504543"/>
            <a:ext cx="3298190" cy="52065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IN" sz="1100" dirty="0">
                <a:solidFill>
                  <a:srgbClr val="FFFFFF"/>
                </a:solidFill>
                <a:latin typeface="Verdana"/>
                <a:cs typeface="Verdana"/>
                <a:hlinkClick r:id="rId3"/>
              </a:rPr>
              <a:t>SHUBHAM.A.POL@CAPGEMINI.COM</a:t>
            </a:r>
            <a:r>
              <a:rPr lang="en-IN" sz="1100" b="1" dirty="0">
                <a:solidFill>
                  <a:srgbClr val="FFFFFF"/>
                </a:solidFill>
                <a:latin typeface="Verdana"/>
                <a:cs typeface="Verdana"/>
                <a:hlinkClick r:id="rId3"/>
              </a:rPr>
              <a:t> </a:t>
            </a:r>
            <a:endParaRPr lang="en-IN" sz="1100" b="1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spc="-5" dirty="0">
                <a:solidFill>
                  <a:srgbClr val="FFFFFF"/>
                </a:solidFill>
                <a:latin typeface="Arial MT"/>
                <a:cs typeface="Arial MT"/>
              </a:rPr>
              <a:t>+91</a:t>
            </a:r>
            <a:r>
              <a:rPr lang="en-IN" sz="1100" spc="-5" dirty="0">
                <a:solidFill>
                  <a:srgbClr val="FFFFFF"/>
                </a:solidFill>
                <a:latin typeface="Arial MT"/>
                <a:cs typeface="Arial MT"/>
              </a:rPr>
              <a:t>8329518841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787" y="3009112"/>
            <a:ext cx="3126740" cy="7540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820" marR="5080" indent="-198120">
              <a:lnSpc>
                <a:spcPct val="1143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Full Stack Developer trained on Java</a:t>
            </a:r>
            <a:endParaRPr lang="en-IN" sz="1400" b="1" spc="-5" dirty="0">
              <a:latin typeface="Arial"/>
              <a:cs typeface="Arial"/>
            </a:endParaRPr>
          </a:p>
          <a:p>
            <a:pPr marL="210820" marR="5080" indent="-198120">
              <a:lnSpc>
                <a:spcPct val="114300"/>
              </a:lnSpc>
              <a:spcBef>
                <a:spcPts val="95"/>
              </a:spcBef>
            </a:pPr>
            <a:endParaRPr lang="en-IN" sz="1400" b="1" spc="-5" dirty="0">
              <a:latin typeface="Arial"/>
              <a:cs typeface="Arial"/>
            </a:endParaRPr>
          </a:p>
          <a:p>
            <a:pPr marL="210820" marR="5080" indent="-198120">
              <a:lnSpc>
                <a:spcPct val="1143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37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Hands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on</a:t>
            </a:r>
            <a:r>
              <a:rPr sz="1400" b="1" spc="-5" dirty="0">
                <a:latin typeface="Arial"/>
                <a:cs typeface="Arial"/>
              </a:rPr>
              <a:t> experience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on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787" y="3831357"/>
            <a:ext cx="3517467" cy="173124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spc="-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Git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GitHub.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spc="-5" dirty="0">
                <a:latin typeface="Times New Roman"/>
                <a:cs typeface="Times New Roman"/>
              </a:rPr>
              <a:t> MongoDB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&amp;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lang="en-IN" sz="1400" spc="-15" dirty="0">
                <a:latin typeface="Times New Roman"/>
                <a:cs typeface="Times New Roman"/>
              </a:rPr>
              <a:t>Postgre</a:t>
            </a:r>
            <a:r>
              <a:rPr sz="1400" spc="-5" dirty="0">
                <a:latin typeface="Times New Roman"/>
                <a:cs typeface="Times New Roman"/>
              </a:rPr>
              <a:t>SQL.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Core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Java</a:t>
            </a:r>
            <a:r>
              <a:rPr lang="en-IN" sz="1400" spc="-25" dirty="0"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225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JPA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with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Hibernate.</a:t>
            </a:r>
            <a:r>
              <a:rPr lang="en-IN" sz="1400" spc="-5" dirty="0">
                <a:latin typeface="Times New Roman"/>
                <a:cs typeface="Times New Roman"/>
              </a:rPr>
              <a:t> 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spc="-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Spring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lang="en-IN" sz="1400" spc="-5" dirty="0">
                <a:latin typeface="Times New Roman"/>
                <a:cs typeface="Times New Roman"/>
              </a:rPr>
              <a:t>Framework.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HTML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5,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CSS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</a:t>
            </a:r>
            <a:r>
              <a:rPr sz="1400" spc="-5" dirty="0">
                <a:latin typeface="Times New Roman"/>
                <a:cs typeface="Times New Roman"/>
              </a:rPr>
              <a:t>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JavaScript</a:t>
            </a:r>
            <a:r>
              <a:rPr lang="en-IN" sz="1400" spc="-5" dirty="0">
                <a:latin typeface="Times New Roman"/>
                <a:cs typeface="Times New Roman"/>
              </a:rPr>
              <a:t> </a:t>
            </a:r>
            <a:endParaRPr sz="14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172720" algn="l"/>
              </a:tabLst>
            </a:pPr>
            <a:r>
              <a:rPr lang="en-IN" sz="1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React.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88794" y="6229299"/>
            <a:ext cx="63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91699" y="2091690"/>
            <a:ext cx="1962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A4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10600" y="153656"/>
            <a:ext cx="4114800" cy="1149033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R="215265" algn="ctr">
              <a:lnSpc>
                <a:spcPct val="100000"/>
              </a:lnSpc>
              <a:spcBef>
                <a:spcPts val="26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Education</a:t>
            </a:r>
            <a:r>
              <a:rPr sz="1200" b="1" spc="-10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and 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certificates</a:t>
            </a:r>
            <a:endParaRPr lang="en-IN" sz="1200" b="1" spc="-5" dirty="0">
              <a:solidFill>
                <a:srgbClr val="006FAC"/>
              </a:solidFill>
              <a:latin typeface="Verdana"/>
              <a:cs typeface="Verdana"/>
            </a:endParaRPr>
          </a:p>
          <a:p>
            <a:pPr marR="215265" algn="ctr">
              <a:lnSpc>
                <a:spcPct val="100000"/>
              </a:lnSpc>
              <a:spcBef>
                <a:spcPts val="260"/>
              </a:spcBef>
            </a:pPr>
            <a:endParaRPr sz="1100" dirty="0">
              <a:latin typeface="Verdana"/>
              <a:cs typeface="Verdana"/>
            </a:endParaRPr>
          </a:p>
          <a:p>
            <a:pPr marL="12700" algn="ctr">
              <a:lnSpc>
                <a:spcPct val="100000"/>
              </a:lnSpc>
              <a:spcBef>
                <a:spcPts val="155"/>
              </a:spcBef>
            </a:pPr>
            <a:r>
              <a:rPr lang="en-IN" sz="1200" dirty="0">
                <a:latin typeface="Calibri"/>
                <a:cs typeface="Calibri"/>
              </a:rPr>
              <a:t>SSBT COET, Jalgaon, Maharashtra</a:t>
            </a:r>
            <a:endParaRPr sz="1200" dirty="0">
              <a:latin typeface="Calibri"/>
              <a:cs typeface="Calibri"/>
            </a:endParaRPr>
          </a:p>
          <a:p>
            <a:pPr marL="637540" marR="892810" algn="ctr">
              <a:lnSpc>
                <a:spcPct val="100000"/>
              </a:lnSpc>
              <a:spcBef>
                <a:spcPts val="470"/>
              </a:spcBef>
            </a:pPr>
            <a:r>
              <a:rPr lang="en-IN" sz="1200" spc="-5" dirty="0">
                <a:latin typeface="Calibri"/>
                <a:cs typeface="Calibri"/>
              </a:rPr>
              <a:t>Electrical </a:t>
            </a:r>
            <a:r>
              <a:rPr sz="1200" spc="-5" dirty="0">
                <a:latin typeface="Calibri"/>
                <a:cs typeface="Calibri"/>
              </a:rPr>
              <a:t>Engineering</a:t>
            </a:r>
            <a:endParaRPr lang="en-IN" sz="1200" spc="-5" dirty="0">
              <a:latin typeface="Calibri"/>
              <a:cs typeface="Calibri"/>
            </a:endParaRPr>
          </a:p>
          <a:p>
            <a:pPr marL="637540" marR="892810" algn="ctr">
              <a:lnSpc>
                <a:spcPct val="100000"/>
              </a:lnSpc>
              <a:spcBef>
                <a:spcPts val="470"/>
              </a:spcBef>
            </a:pP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201</a:t>
            </a:r>
            <a:r>
              <a:rPr lang="en-IN" sz="1200" dirty="0">
                <a:latin typeface="Calibri"/>
                <a:cs typeface="Calibri"/>
              </a:rPr>
              <a:t>6</a:t>
            </a:r>
            <a:r>
              <a:rPr sz="1200" dirty="0">
                <a:latin typeface="Calibri"/>
                <a:cs typeface="Calibri"/>
              </a:rPr>
              <a:t>-202</a:t>
            </a:r>
            <a:r>
              <a:rPr lang="en-IN" sz="1200" dirty="0">
                <a:latin typeface="Calibri"/>
                <a:cs typeface="Calibri"/>
              </a:rPr>
              <a:t>2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48800" y="1583182"/>
            <a:ext cx="481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Ski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l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l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s</a:t>
            </a:r>
            <a:endParaRPr sz="1200" dirty="0">
              <a:latin typeface="Verdana"/>
              <a:cs typeface="Verdan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192069"/>
            <a:ext cx="1795486" cy="1865331"/>
          </a:xfrm>
          <a:prstGeom prst="ellipse">
            <a:avLst/>
          </a:prstGeom>
          <a:ln w="63500" cap="rnd">
            <a:solidFill>
              <a:schemeClr val="accent1">
                <a:lumMod val="75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7" name="object 8">
            <a:extLst>
              <a:ext uri="{FF2B5EF4-FFF2-40B4-BE49-F238E27FC236}">
                <a16:creationId xmlns:a16="http://schemas.microsoft.com/office/drawing/2014/main" id="{A248D736-941E-4E66-92BA-5A202E0CA7A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3440" y="2514600"/>
            <a:ext cx="441960" cy="445008"/>
          </a:xfrm>
          <a:prstGeom prst="rect">
            <a:avLst/>
          </a:prstGeom>
        </p:spPr>
      </p:pic>
      <p:graphicFrame>
        <p:nvGraphicFramePr>
          <p:cNvPr id="51" name="Table 51">
            <a:extLst>
              <a:ext uri="{FF2B5EF4-FFF2-40B4-BE49-F238E27FC236}">
                <a16:creationId xmlns:a16="http://schemas.microsoft.com/office/drawing/2014/main" id="{2BD61D66-EFA3-48C1-AA76-E337D8E7A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24814"/>
              </p:ext>
            </p:extLst>
          </p:nvPr>
        </p:nvGraphicFramePr>
        <p:xfrm>
          <a:off x="9239262" y="2034514"/>
          <a:ext cx="2952738" cy="2834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00138">
                  <a:extLst>
                    <a:ext uri="{9D8B030D-6E8A-4147-A177-3AD203B41FA5}">
                      <a16:colId xmlns:a16="http://schemas.microsoft.com/office/drawing/2014/main" val="7498102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24111253"/>
                    </a:ext>
                  </a:extLst>
                </a:gridCol>
              </a:tblGrid>
              <a:tr h="368054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+mn-lt"/>
                        </a:rPr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Java Basics, OOPS, Generics, Collections, Arrays.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395985"/>
                  </a:ext>
                </a:extLst>
              </a:tr>
              <a:tr h="36805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Spring Core, Spring Boot, </a:t>
                      </a:r>
                    </a:p>
                    <a:p>
                      <a:r>
                        <a:rPr lang="en-IN" sz="1200" dirty="0">
                          <a:latin typeface="+mn-lt"/>
                        </a:rPr>
                        <a:t>Spring Data JPA, </a:t>
                      </a:r>
                    </a:p>
                    <a:p>
                      <a:r>
                        <a:rPr lang="en-IN" sz="1200" dirty="0">
                          <a:latin typeface="+mn-lt"/>
                        </a:rPr>
                        <a:t>Spring Data REST.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847529"/>
                  </a:ext>
                </a:extLst>
              </a:tr>
              <a:tr h="36805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PostgreSQL, </a:t>
                      </a:r>
                    </a:p>
                    <a:p>
                      <a:r>
                        <a:rPr lang="en-IN" sz="1200" dirty="0">
                          <a:latin typeface="+mn-lt"/>
                        </a:rPr>
                        <a:t>MongoDB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158763"/>
                  </a:ext>
                </a:extLst>
              </a:tr>
              <a:tr h="36805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Git, Postman, </a:t>
                      </a:r>
                    </a:p>
                    <a:p>
                      <a:r>
                        <a:rPr lang="en-IN" sz="1200" dirty="0">
                          <a:latin typeface="+mn-lt"/>
                        </a:rPr>
                        <a:t>Visual Studio Code, Eclipse, PgAdmin 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499750"/>
                  </a:ext>
                </a:extLst>
              </a:tr>
              <a:tr h="36805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n-lt"/>
                        </a:rPr>
                        <a:t>HTML, CSS, JavaScript, React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031245"/>
                  </a:ext>
                </a:extLst>
              </a:tr>
            </a:tbl>
          </a:graphicData>
        </a:graphic>
      </p:graphicFrame>
      <p:sp>
        <p:nvSpPr>
          <p:cNvPr id="52" name="object 3">
            <a:extLst>
              <a:ext uri="{FF2B5EF4-FFF2-40B4-BE49-F238E27FC236}">
                <a16:creationId xmlns:a16="http://schemas.microsoft.com/office/drawing/2014/main" id="{A65EB34F-6DA9-42EC-8050-90F656A94014}"/>
              </a:ext>
            </a:extLst>
          </p:cNvPr>
          <p:cNvSpPr txBox="1"/>
          <p:nvPr/>
        </p:nvSpPr>
        <p:spPr>
          <a:xfrm>
            <a:off x="5311344" y="4679310"/>
            <a:ext cx="18514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5" dirty="0">
                <a:solidFill>
                  <a:srgbClr val="006FAC"/>
                </a:solidFill>
                <a:latin typeface="Verdana"/>
                <a:cs typeface="Verdana"/>
              </a:rPr>
              <a:t>React Project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1F4481-9233-49C5-AB80-F8366AF4EB91}"/>
              </a:ext>
            </a:extLst>
          </p:cNvPr>
          <p:cNvSpPr txBox="1"/>
          <p:nvPr/>
        </p:nvSpPr>
        <p:spPr>
          <a:xfrm>
            <a:off x="4191000" y="5029200"/>
            <a:ext cx="4713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Note Making System</a:t>
            </a:r>
          </a:p>
          <a:p>
            <a:endParaRPr lang="en-IN" sz="1200" b="1" dirty="0"/>
          </a:p>
          <a:p>
            <a:pPr algn="just"/>
            <a:r>
              <a:rPr lang="en-IN" sz="1400" dirty="0"/>
              <a:t>This application is built to help customer to keep their note updated. User can save and delete the note. It is easy to use.</a:t>
            </a:r>
          </a:p>
          <a:p>
            <a:endParaRPr lang="en-IN" dirty="0"/>
          </a:p>
        </p:txBody>
      </p:sp>
      <p:pic>
        <p:nvPicPr>
          <p:cNvPr id="18" name="Graphic 17" descr="Meeting outline">
            <a:extLst>
              <a:ext uri="{FF2B5EF4-FFF2-40B4-BE49-F238E27FC236}">
                <a16:creationId xmlns:a16="http://schemas.microsoft.com/office/drawing/2014/main" id="{66B4C5A0-52DE-4913-9E83-32994D8F90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1052" y="4382452"/>
            <a:ext cx="570548" cy="5705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233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MT</vt:lpstr>
      <vt:lpstr>Calibri</vt:lpstr>
      <vt:lpstr>Times New Roman</vt:lpstr>
      <vt:lpstr>Verdana</vt:lpstr>
      <vt:lpstr>Office Theme</vt:lpstr>
      <vt:lpstr>Shubham S. Pol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 template</dc:subject>
  <dc:creator>Bapat, Rashmi</dc:creator>
  <cp:lastModifiedBy>Pol, Shubham</cp:lastModifiedBy>
  <cp:revision>15</cp:revision>
  <dcterms:created xsi:type="dcterms:W3CDTF">2022-06-20T18:30:35Z</dcterms:created>
  <dcterms:modified xsi:type="dcterms:W3CDTF">2022-06-21T08:27:27Z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2022-06-20T00:00:00Z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2022-06-20T00:00:00Z</vt:filetime>
  </property>
</Properties>
</file>